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4"/>
  </p:notesMasterIdLst>
  <p:handoutMasterIdLst>
    <p:handoutMasterId r:id="rId25"/>
  </p:handoutMasterIdLst>
  <p:sldIdLst>
    <p:sldId id="256" r:id="rId2"/>
    <p:sldId id="257" r:id="rId3"/>
    <p:sldId id="262" r:id="rId4"/>
    <p:sldId id="258" r:id="rId5"/>
    <p:sldId id="263" r:id="rId6"/>
    <p:sldId id="265" r:id="rId7"/>
    <p:sldId id="264" r:id="rId8"/>
    <p:sldId id="266" r:id="rId9"/>
    <p:sldId id="267" r:id="rId10"/>
    <p:sldId id="268" r:id="rId11"/>
    <p:sldId id="269" r:id="rId12"/>
    <p:sldId id="270" r:id="rId13"/>
    <p:sldId id="259" r:id="rId14"/>
    <p:sldId id="273" r:id="rId15"/>
    <p:sldId id="271" r:id="rId16"/>
    <p:sldId id="272" r:id="rId17"/>
    <p:sldId id="260" r:id="rId18"/>
    <p:sldId id="274" r:id="rId19"/>
    <p:sldId id="275" r:id="rId20"/>
    <p:sldId id="261" r:id="rId21"/>
    <p:sldId id="276" r:id="rId22"/>
    <p:sldId id="277"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52" y="1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716FA2E0-B677-47AF-818D-6CCFB72BA0D9}"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p>
        </p:txBody>
      </p:sp>
      <p:sp>
        <p:nvSpPr>
          <p:cNvPr id="348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p>
        </p:txBody>
      </p:sp>
      <p:sp>
        <p:nvSpPr>
          <p:cNvPr id="245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p>
        </p:txBody>
      </p:sp>
      <p:sp>
        <p:nvSpPr>
          <p:cNvPr id="34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1EAC207D-004C-465F-9D47-D3DF8D40EAB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658938" y="1600200"/>
            <a:ext cx="6837362" cy="3200400"/>
            <a:chOff x="1045" y="1008"/>
            <a:chExt cx="4307" cy="2016"/>
          </a:xfrm>
        </p:grpSpPr>
        <p:sp>
          <p:nvSpPr>
            <p:cNvPr id="5" name="Oval 3"/>
            <p:cNvSpPr>
              <a:spLocks noChangeArrowheads="1"/>
            </p:cNvSpPr>
            <p:nvPr/>
          </p:nvSpPr>
          <p:spPr bwMode="hidden">
            <a:xfrm flipH="1">
              <a:off x="4392" y="1008"/>
              <a:ext cx="960" cy="960"/>
            </a:xfrm>
            <a:prstGeom prst="ellipse">
              <a:avLst/>
            </a:prstGeom>
            <a:solidFill>
              <a:schemeClr val="accent2"/>
            </a:solidFill>
            <a:ln w="952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6" name="Oval 4"/>
            <p:cNvSpPr>
              <a:spLocks noChangeArrowheads="1"/>
            </p:cNvSpPr>
            <p:nvPr/>
          </p:nvSpPr>
          <p:spPr bwMode="hidden">
            <a:xfrm flipH="1">
              <a:off x="3264" y="1008"/>
              <a:ext cx="960" cy="960"/>
            </a:xfrm>
            <a:prstGeom prst="ellipse">
              <a:avLst/>
            </a:prstGeom>
            <a:solidFill>
              <a:schemeClr val="accent2"/>
            </a:solidFill>
            <a:ln w="952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7" name="Oval 5"/>
            <p:cNvSpPr>
              <a:spLocks noChangeArrowheads="1"/>
            </p:cNvSpPr>
            <p:nvPr/>
          </p:nvSpPr>
          <p:spPr bwMode="hidden">
            <a:xfrm flipH="1">
              <a:off x="2136" y="1008"/>
              <a:ext cx="960" cy="960"/>
            </a:xfrm>
            <a:prstGeom prst="ellipse">
              <a:avLst/>
            </a:prstGeom>
            <a:noFill/>
            <a:ln w="28575">
              <a:solidFill>
                <a:schemeClr val="accent2"/>
              </a:solidFill>
              <a:round/>
              <a:headEnd/>
              <a:tailEnd/>
            </a:ln>
            <a:effectLst/>
          </p:spPr>
          <p:txBody>
            <a:bodyPr wrap="none" anchor="ctr"/>
            <a:lstStyle/>
            <a:p>
              <a:pPr algn="ctr" eaLnBrk="1" hangingPunct="1">
                <a:defRPr/>
              </a:pPr>
              <a:endParaRPr lang="en-US" sz="2400">
                <a:latin typeface="Times New Roman" pitchFamily="18" charset="0"/>
              </a:endParaRPr>
            </a:p>
          </p:txBody>
        </p:sp>
        <p:sp>
          <p:nvSpPr>
            <p:cNvPr id="8" name="Oval 6"/>
            <p:cNvSpPr>
              <a:spLocks noChangeArrowheads="1"/>
            </p:cNvSpPr>
            <p:nvPr/>
          </p:nvSpPr>
          <p:spPr bwMode="hidden">
            <a:xfrm flipH="1">
              <a:off x="2136" y="2064"/>
              <a:ext cx="960" cy="960"/>
            </a:xfrm>
            <a:prstGeom prst="ellipse">
              <a:avLst/>
            </a:prstGeom>
            <a:solidFill>
              <a:schemeClr val="accent2"/>
            </a:solidFill>
            <a:ln w="2857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9" name="Oval 7"/>
            <p:cNvSpPr>
              <a:spLocks noChangeArrowheads="1"/>
            </p:cNvSpPr>
            <p:nvPr/>
          </p:nvSpPr>
          <p:spPr bwMode="hidden">
            <a:xfrm flipH="1">
              <a:off x="1045" y="2064"/>
              <a:ext cx="960" cy="960"/>
            </a:xfrm>
            <a:prstGeom prst="ellipse">
              <a:avLst/>
            </a:prstGeom>
            <a:solidFill>
              <a:schemeClr val="accent2"/>
            </a:solidFill>
            <a:ln w="952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10" name="Oval 8"/>
            <p:cNvSpPr>
              <a:spLocks noChangeArrowheads="1"/>
            </p:cNvSpPr>
            <p:nvPr/>
          </p:nvSpPr>
          <p:spPr bwMode="hidden">
            <a:xfrm flipH="1">
              <a:off x="4392" y="2064"/>
              <a:ext cx="960" cy="960"/>
            </a:xfrm>
            <a:prstGeom prst="ellipse">
              <a:avLst/>
            </a:prstGeom>
            <a:noFill/>
            <a:ln w="28575">
              <a:solidFill>
                <a:schemeClr val="accent2"/>
              </a:solidFill>
              <a:round/>
              <a:headEnd/>
              <a:tailEnd/>
            </a:ln>
            <a:effectLst/>
          </p:spPr>
          <p:txBody>
            <a:bodyPr wrap="none" anchor="ctr"/>
            <a:lstStyle/>
            <a:p>
              <a:pPr algn="ctr" eaLnBrk="1" hangingPunct="1">
                <a:defRPr/>
              </a:pPr>
              <a:endParaRPr lang="en-US" sz="2400">
                <a:latin typeface="Times New Roman" pitchFamily="18" charset="0"/>
              </a:endParaRPr>
            </a:p>
          </p:txBody>
        </p:sp>
      </p:grpSp>
      <p:sp>
        <p:nvSpPr>
          <p:cNvPr id="16396" name="Rectangle 12"/>
          <p:cNvSpPr>
            <a:spLocks noGrp="1" noChangeArrowheads="1"/>
          </p:cNvSpPr>
          <p:nvPr>
            <p:ph type="ctrTitle"/>
          </p:nvPr>
        </p:nvSpPr>
        <p:spPr>
          <a:xfrm>
            <a:off x="685800" y="1219200"/>
            <a:ext cx="7772400" cy="1933575"/>
          </a:xfrm>
        </p:spPr>
        <p:txBody>
          <a:bodyPr anchor="b"/>
          <a:lstStyle>
            <a:lvl1pPr algn="r">
              <a:defRPr sz="4400"/>
            </a:lvl1pPr>
          </a:lstStyle>
          <a:p>
            <a:r>
              <a:rPr lang="en-US"/>
              <a:t>Click to edit Master title style</a:t>
            </a:r>
          </a:p>
        </p:txBody>
      </p:sp>
      <p:sp>
        <p:nvSpPr>
          <p:cNvPr id="16397" name="Rectangle 13"/>
          <p:cNvSpPr>
            <a:spLocks noGrp="1" noChangeArrowheads="1"/>
          </p:cNvSpPr>
          <p:nvPr>
            <p:ph type="subTitle" idx="1"/>
          </p:nvPr>
        </p:nvSpPr>
        <p:spPr>
          <a:xfrm>
            <a:off x="2057400" y="3505200"/>
            <a:ext cx="6400800" cy="1752600"/>
          </a:xfrm>
        </p:spPr>
        <p:txBody>
          <a:bodyPr/>
          <a:lstStyle>
            <a:lvl1pPr marL="0" indent="0" algn="r">
              <a:buFont typeface="Wingdings" pitchFamily="2" charset="2"/>
              <a:buNone/>
              <a:defRPr/>
            </a:lvl1pPr>
          </a:lstStyle>
          <a:p>
            <a:r>
              <a:rPr lang="en-US"/>
              <a:t>Click to edit Master subtitle style</a:t>
            </a:r>
          </a:p>
        </p:txBody>
      </p:sp>
      <p:sp>
        <p:nvSpPr>
          <p:cNvPr id="11" name="Rectangle 9"/>
          <p:cNvSpPr>
            <a:spLocks noGrp="1" noChangeArrowheads="1"/>
          </p:cNvSpPr>
          <p:nvPr>
            <p:ph type="dt" sz="half" idx="10"/>
          </p:nvPr>
        </p:nvSpPr>
        <p:spPr/>
        <p:txBody>
          <a:bodyPr/>
          <a:lstStyle>
            <a:lvl1pPr>
              <a:defRPr smtClean="0"/>
            </a:lvl1pPr>
          </a:lstStyle>
          <a:p>
            <a:pPr>
              <a:defRPr/>
            </a:pPr>
            <a:endParaRPr lang="en-US"/>
          </a:p>
        </p:txBody>
      </p:sp>
      <p:sp>
        <p:nvSpPr>
          <p:cNvPr id="12" name="Rectangle 10"/>
          <p:cNvSpPr>
            <a:spLocks noGrp="1" noChangeArrowheads="1"/>
          </p:cNvSpPr>
          <p:nvPr>
            <p:ph type="ftr" sz="quarter" idx="11"/>
          </p:nvPr>
        </p:nvSpPr>
        <p:spPr/>
        <p:txBody>
          <a:bodyPr/>
          <a:lstStyle>
            <a:lvl1pPr>
              <a:defRPr smtClean="0"/>
            </a:lvl1pPr>
          </a:lstStyle>
          <a:p>
            <a:pPr>
              <a:defRPr/>
            </a:pPr>
            <a:endParaRPr lang="en-US"/>
          </a:p>
        </p:txBody>
      </p:sp>
      <p:sp>
        <p:nvSpPr>
          <p:cNvPr id="13" name="Rectangle 11"/>
          <p:cNvSpPr>
            <a:spLocks noGrp="1" noChangeArrowheads="1"/>
          </p:cNvSpPr>
          <p:nvPr>
            <p:ph type="sldNum" sz="quarter" idx="12"/>
          </p:nvPr>
        </p:nvSpPr>
        <p:spPr/>
        <p:txBody>
          <a:bodyPr/>
          <a:lstStyle>
            <a:lvl1pPr>
              <a:defRPr smtClean="0"/>
            </a:lvl1pPr>
          </a:lstStyle>
          <a:p>
            <a:pPr>
              <a:defRPr/>
            </a:pPr>
            <a:fld id="{E7D61954-22FB-4D7C-84DE-B83DBF976D2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B571FD48-B28F-4386-A465-4870FCDA9B9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74A7607A-C6D3-4039-B18D-FB10636F6F3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ACEF9927-7897-4355-858C-3FEB356A83D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pPr>
              <a:defRPr/>
            </a:pPr>
            <a:fld id="{7B5A2688-529E-405E-BAC1-6DE28778665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p>
        </p:txBody>
      </p:sp>
      <p:sp>
        <p:nvSpPr>
          <p:cNvPr id="4" name="Rectangle 10"/>
          <p:cNvSpPr>
            <a:spLocks noGrp="1" noChangeArrowheads="1"/>
          </p:cNvSpPr>
          <p:nvPr>
            <p:ph type="ftr" sz="quarter" idx="11"/>
          </p:nvPr>
        </p:nvSpPr>
        <p:spPr>
          <a:ln/>
        </p:spPr>
        <p:txBody>
          <a:bodyPr/>
          <a:lstStyle>
            <a:lvl1pPr>
              <a:defRPr/>
            </a:lvl1pPr>
          </a:lstStyle>
          <a:p>
            <a:pPr>
              <a:defRPr/>
            </a:pPr>
            <a:endParaRPr lang="en-US"/>
          </a:p>
        </p:txBody>
      </p:sp>
      <p:sp>
        <p:nvSpPr>
          <p:cNvPr id="5" name="Rectangle 11"/>
          <p:cNvSpPr>
            <a:spLocks noGrp="1" noChangeArrowheads="1"/>
          </p:cNvSpPr>
          <p:nvPr>
            <p:ph type="sldNum" sz="quarter" idx="12"/>
          </p:nvPr>
        </p:nvSpPr>
        <p:spPr>
          <a:ln/>
        </p:spPr>
        <p:txBody>
          <a:bodyPr/>
          <a:lstStyle>
            <a:lvl1pPr>
              <a:defRPr/>
            </a:lvl1pPr>
          </a:lstStyle>
          <a:p>
            <a:pPr>
              <a:defRPr/>
            </a:pPr>
            <a:fld id="{57537971-9FBF-425F-AF0B-CD3AF1F97B5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pPr>
              <a:defRPr/>
            </a:pPr>
            <a:fld id="{B3A5AD5E-B21C-41B4-A905-093B694D8D8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8DCC8800-B002-4C58-A451-359185834781}"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DA37324C-F594-4365-A95B-867C7AD7009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06E94F6D-7563-4FE5-BF9D-D62A3678021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62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62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EA3C410A-9859-4E6B-BD3A-0CAD03E4C2A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071563" y="304800"/>
            <a:ext cx="7615237" cy="1106488"/>
            <a:chOff x="675" y="192"/>
            <a:chExt cx="4797" cy="697"/>
          </a:xfrm>
        </p:grpSpPr>
        <p:sp>
          <p:nvSpPr>
            <p:cNvPr id="15363" name="Oval 3"/>
            <p:cNvSpPr>
              <a:spLocks noChangeArrowheads="1"/>
            </p:cNvSpPr>
            <p:nvPr/>
          </p:nvSpPr>
          <p:spPr bwMode="hidden">
            <a:xfrm flipH="1">
              <a:off x="3067" y="192"/>
              <a:ext cx="696" cy="696"/>
            </a:xfrm>
            <a:prstGeom prst="ellipse">
              <a:avLst/>
            </a:prstGeom>
            <a:solidFill>
              <a:schemeClr val="accent2"/>
            </a:solidFill>
            <a:ln w="2857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15364" name="Oval 4"/>
            <p:cNvSpPr>
              <a:spLocks noChangeArrowheads="1"/>
            </p:cNvSpPr>
            <p:nvPr/>
          </p:nvSpPr>
          <p:spPr bwMode="hidden">
            <a:xfrm flipH="1">
              <a:off x="4777" y="192"/>
              <a:ext cx="695" cy="696"/>
            </a:xfrm>
            <a:prstGeom prst="ellipse">
              <a:avLst/>
            </a:prstGeom>
            <a:solidFill>
              <a:schemeClr val="accent2"/>
            </a:solidFill>
            <a:ln w="2857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15365" name="Oval 5"/>
            <p:cNvSpPr>
              <a:spLocks noChangeArrowheads="1"/>
            </p:cNvSpPr>
            <p:nvPr/>
          </p:nvSpPr>
          <p:spPr bwMode="hidden">
            <a:xfrm flipH="1">
              <a:off x="675" y="193"/>
              <a:ext cx="695" cy="696"/>
            </a:xfrm>
            <a:prstGeom prst="ellipse">
              <a:avLst/>
            </a:prstGeom>
            <a:solidFill>
              <a:schemeClr val="accent2"/>
            </a:solidFill>
            <a:ln w="28575">
              <a:noFill/>
              <a:round/>
              <a:headEnd/>
              <a:tailEnd/>
            </a:ln>
            <a:effectLst/>
          </p:spPr>
          <p:txBody>
            <a:bodyPr wrap="none" anchor="ctr"/>
            <a:lstStyle/>
            <a:p>
              <a:pPr algn="ctr" eaLnBrk="1" hangingPunct="1">
                <a:defRPr/>
              </a:pPr>
              <a:endParaRPr lang="en-US" sz="2400">
                <a:latin typeface="Times New Roman" pitchFamily="18" charset="0"/>
              </a:endParaRPr>
            </a:p>
          </p:txBody>
        </p:sp>
        <p:sp>
          <p:nvSpPr>
            <p:cNvPr id="15366" name="Oval 6"/>
            <p:cNvSpPr>
              <a:spLocks noChangeArrowheads="1"/>
            </p:cNvSpPr>
            <p:nvPr/>
          </p:nvSpPr>
          <p:spPr bwMode="hidden">
            <a:xfrm flipH="1">
              <a:off x="3984" y="192"/>
              <a:ext cx="695" cy="696"/>
            </a:xfrm>
            <a:prstGeom prst="ellipse">
              <a:avLst/>
            </a:prstGeom>
            <a:noFill/>
            <a:ln w="28575">
              <a:solidFill>
                <a:schemeClr val="accent2"/>
              </a:solidFill>
              <a:round/>
              <a:headEnd/>
              <a:tailEnd/>
            </a:ln>
            <a:effectLst/>
          </p:spPr>
          <p:txBody>
            <a:bodyPr wrap="none" anchor="ctr"/>
            <a:lstStyle/>
            <a:p>
              <a:pPr algn="ctr" eaLnBrk="1" hangingPunct="1">
                <a:defRPr/>
              </a:pPr>
              <a:endParaRPr lang="en-US" sz="2400">
                <a:latin typeface="Times New Roman" pitchFamily="18" charset="0"/>
              </a:endParaRPr>
            </a:p>
          </p:txBody>
        </p:sp>
        <p:sp>
          <p:nvSpPr>
            <p:cNvPr id="15367" name="Oval 7"/>
            <p:cNvSpPr>
              <a:spLocks noChangeArrowheads="1"/>
            </p:cNvSpPr>
            <p:nvPr/>
          </p:nvSpPr>
          <p:spPr bwMode="hidden">
            <a:xfrm flipH="1">
              <a:off x="1486" y="192"/>
              <a:ext cx="695" cy="696"/>
            </a:xfrm>
            <a:prstGeom prst="ellipse">
              <a:avLst/>
            </a:prstGeom>
            <a:noFill/>
            <a:ln w="28575">
              <a:solidFill>
                <a:schemeClr val="accent2"/>
              </a:solidFill>
              <a:round/>
              <a:headEnd/>
              <a:tailEnd/>
            </a:ln>
            <a:effectLst/>
          </p:spPr>
          <p:txBody>
            <a:bodyPr wrap="none" anchor="ctr"/>
            <a:lstStyle/>
            <a:p>
              <a:pPr algn="ctr" eaLnBrk="1" hangingPunct="1">
                <a:defRPr/>
              </a:pPr>
              <a:endParaRPr lang="en-US" sz="2400">
                <a:latin typeface="Times New Roman" pitchFamily="18" charset="0"/>
              </a:endParaRPr>
            </a:p>
          </p:txBody>
        </p:sp>
      </p:grpSp>
      <p:sp>
        <p:nvSpPr>
          <p:cNvPr id="1027" name="Rectangle 8"/>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369" name="Rectangle 9"/>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smtClean="0"/>
            </a:lvl1pPr>
          </a:lstStyle>
          <a:p>
            <a:pPr>
              <a:defRPr/>
            </a:pPr>
            <a:endParaRPr lang="en-US"/>
          </a:p>
        </p:txBody>
      </p:sp>
      <p:sp>
        <p:nvSpPr>
          <p:cNvPr id="15370" name="Rectangle 1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smtClean="0"/>
            </a:lvl1pPr>
          </a:lstStyle>
          <a:p>
            <a:pPr>
              <a:defRPr/>
            </a:pPr>
            <a:endParaRPr lang="en-US"/>
          </a:p>
        </p:txBody>
      </p:sp>
      <p:sp>
        <p:nvSpPr>
          <p:cNvPr id="15371" name="Rectangle 11"/>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73E02FD-8C4F-4419-A14A-BDCBE076DDC5}" type="slidenum">
              <a:rPr lang="en-US"/>
              <a:pPr>
                <a:defRPr/>
              </a:pPr>
              <a:t>‹#›</a:t>
            </a:fld>
            <a:endParaRPr lang="en-US"/>
          </a:p>
        </p:txBody>
      </p:sp>
      <p:sp>
        <p:nvSpPr>
          <p:cNvPr id="1031" name="Rectangle 1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74"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charset="0"/>
        </a:defRPr>
      </a:lvl2pPr>
      <a:lvl3pPr algn="l" rtl="0" eaLnBrk="0" fontAlgn="base" hangingPunct="0">
        <a:spcBef>
          <a:spcPct val="0"/>
        </a:spcBef>
        <a:spcAft>
          <a:spcPct val="0"/>
        </a:spcAft>
        <a:defRPr sz="3800">
          <a:solidFill>
            <a:schemeClr val="tx2"/>
          </a:solidFill>
          <a:latin typeface="Arial" charset="0"/>
        </a:defRPr>
      </a:lvl3pPr>
      <a:lvl4pPr algn="l" rtl="0" eaLnBrk="0" fontAlgn="base" hangingPunct="0">
        <a:spcBef>
          <a:spcPct val="0"/>
        </a:spcBef>
        <a:spcAft>
          <a:spcPct val="0"/>
        </a:spcAft>
        <a:defRPr sz="3800">
          <a:solidFill>
            <a:schemeClr val="tx2"/>
          </a:solidFill>
          <a:latin typeface="Arial" charset="0"/>
        </a:defRPr>
      </a:lvl4pPr>
      <a:lvl5pPr algn="l" rtl="0" eaLnBrk="0" fontAlgn="base" hangingPunct="0">
        <a:spcBef>
          <a:spcPct val="0"/>
        </a:spcBef>
        <a:spcAft>
          <a:spcPct val="0"/>
        </a:spcAft>
        <a:defRPr sz="3800">
          <a:solidFill>
            <a:schemeClr val="tx2"/>
          </a:solidFill>
          <a:latin typeface="Arial" charset="0"/>
        </a:defRPr>
      </a:lvl5pPr>
      <a:lvl6pPr marL="457200" algn="l" rtl="0" fontAlgn="base">
        <a:spcBef>
          <a:spcPct val="0"/>
        </a:spcBef>
        <a:spcAft>
          <a:spcPct val="0"/>
        </a:spcAft>
        <a:defRPr sz="3800">
          <a:solidFill>
            <a:schemeClr val="tx2"/>
          </a:solidFill>
          <a:latin typeface="Arial" charset="0"/>
        </a:defRPr>
      </a:lvl6pPr>
      <a:lvl7pPr marL="914400" algn="l" rtl="0" fontAlgn="base">
        <a:spcBef>
          <a:spcPct val="0"/>
        </a:spcBef>
        <a:spcAft>
          <a:spcPct val="0"/>
        </a:spcAft>
        <a:defRPr sz="3800">
          <a:solidFill>
            <a:schemeClr val="tx2"/>
          </a:solidFill>
          <a:latin typeface="Arial" charset="0"/>
        </a:defRPr>
      </a:lvl7pPr>
      <a:lvl8pPr marL="1371600" algn="l" rtl="0" fontAlgn="base">
        <a:spcBef>
          <a:spcPct val="0"/>
        </a:spcBef>
        <a:spcAft>
          <a:spcPct val="0"/>
        </a:spcAft>
        <a:defRPr sz="3800">
          <a:solidFill>
            <a:schemeClr val="tx2"/>
          </a:solidFill>
          <a:latin typeface="Arial" charset="0"/>
        </a:defRPr>
      </a:lvl8pPr>
      <a:lvl9pPr marL="1828800" algn="l" rtl="0" fontAlgn="base">
        <a:spcBef>
          <a:spcPct val="0"/>
        </a:spcBef>
        <a:spcAft>
          <a:spcPct val="0"/>
        </a:spcAft>
        <a:defRPr sz="38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1"/>
        </a:buClr>
        <a:buFont typeface="Wingdings"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700">
          <a:solidFill>
            <a:schemeClr val="tx1"/>
          </a:solidFill>
          <a:latin typeface="+mn-lt"/>
        </a:defRPr>
      </a:lvl2pPr>
      <a:lvl3pPr marL="1143000" indent="-228600" algn="l" rtl="0" eaLnBrk="0" fontAlgn="base" hangingPunct="0">
        <a:spcBef>
          <a:spcPct val="20000"/>
        </a:spcBef>
        <a:spcAft>
          <a:spcPct val="0"/>
        </a:spcAft>
        <a:buClr>
          <a:schemeClr val="accent1"/>
        </a:buClr>
        <a:buFont typeface="Wingdings" pitchFamily="2" charset="2"/>
        <a:buChar char="l"/>
        <a:defRPr sz="2300">
          <a:solidFill>
            <a:schemeClr val="tx1"/>
          </a:solidFill>
          <a:latin typeface="+mn-lt"/>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p:txBody>
          <a:bodyPr/>
          <a:lstStyle/>
          <a:p>
            <a:pPr eaLnBrk="1" hangingPunct="1"/>
            <a:r>
              <a:rPr lang="fi-FI"/>
              <a:t>Analisis Kebutuhan Sistem</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t>MATERI</a:t>
            </a:r>
          </a:p>
        </p:txBody>
      </p:sp>
      <p:sp>
        <p:nvSpPr>
          <p:cNvPr id="4100" name="Rectangle 3"/>
          <p:cNvSpPr>
            <a:spLocks noGrp="1" noChangeArrowheads="1"/>
          </p:cNvSpPr>
          <p:nvPr>
            <p:ph type="body" idx="1"/>
          </p:nvPr>
        </p:nvSpPr>
        <p:spPr/>
        <p:txBody>
          <a:bodyPr/>
          <a:lstStyle/>
          <a:p>
            <a:pPr marL="990600" lvl="1" indent="-533400" eaLnBrk="1" hangingPunct="1">
              <a:buFontTx/>
              <a:buAutoNum type="arabicPeriod"/>
            </a:pPr>
            <a:r>
              <a:rPr lang="sv-SE"/>
              <a:t>Analisis Kebutuhan</a:t>
            </a:r>
          </a:p>
          <a:p>
            <a:pPr marL="990600" lvl="1" indent="-533400" eaLnBrk="1" hangingPunct="1">
              <a:buFontTx/>
              <a:buAutoNum type="arabicPeriod"/>
            </a:pPr>
            <a:r>
              <a:rPr lang="sv-SE"/>
              <a:t>Prinsip-prinsip analisis</a:t>
            </a:r>
          </a:p>
          <a:p>
            <a:pPr marL="990600" lvl="1" indent="-533400" eaLnBrk="1" hangingPunct="1">
              <a:buFontTx/>
              <a:buAutoNum type="arabicPeriod"/>
            </a:pPr>
            <a:r>
              <a:rPr lang="sv-SE"/>
              <a:t>Prototipe perangkat lunak</a:t>
            </a:r>
          </a:p>
          <a:p>
            <a:pPr marL="990600" lvl="1" indent="-533400" eaLnBrk="1" hangingPunct="1">
              <a:buFontTx/>
              <a:buAutoNum type="arabicPeriod"/>
            </a:pPr>
            <a:r>
              <a:rPr lang="sv-SE"/>
              <a:t>Prinsip Spesifikasi</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sv-SE" sz="4200"/>
              <a:t>Analisis Kebutuhan</a:t>
            </a:r>
            <a:endParaRPr lang="en-US" sz="4200"/>
          </a:p>
        </p:txBody>
      </p:sp>
      <p:sp>
        <p:nvSpPr>
          <p:cNvPr id="5124" name="Rectangle 3"/>
          <p:cNvSpPr>
            <a:spLocks noGrp="1" noChangeArrowheads="1"/>
          </p:cNvSpPr>
          <p:nvPr>
            <p:ph type="body" idx="1"/>
          </p:nvPr>
        </p:nvSpPr>
        <p:spPr/>
        <p:txBody>
          <a:bodyPr/>
          <a:lstStyle/>
          <a:p>
            <a:pPr eaLnBrk="1" hangingPunct="1">
              <a:lnSpc>
                <a:spcPct val="80000"/>
              </a:lnSpc>
            </a:pPr>
            <a:r>
              <a:rPr lang="en-US" sz="2400"/>
              <a:t>Analisa kebutuhan merupakan langkah awal untuk menentukan perangkat lunak seperti apa yang akan dihasilkan, ketika melaksanakan sebuah proyek pembuatan perangkat lunak.</a:t>
            </a:r>
          </a:p>
          <a:p>
            <a:pPr eaLnBrk="1" hangingPunct="1">
              <a:lnSpc>
                <a:spcPct val="80000"/>
              </a:lnSpc>
            </a:pPr>
            <a:endParaRPr lang="en-US" sz="2400"/>
          </a:p>
          <a:p>
            <a:pPr eaLnBrk="1" hangingPunct="1">
              <a:lnSpc>
                <a:spcPct val="80000"/>
              </a:lnSpc>
            </a:pPr>
            <a:r>
              <a:rPr lang="en-US" sz="2400"/>
              <a:t>Analisa kebutuhan adalah sebuah proses untuk mendapatkan informasi, model, spesifikasi tentang perangkat lunak yang diinginkan klien/pengguna </a:t>
            </a:r>
          </a:p>
          <a:p>
            <a:pPr eaLnBrk="1" hangingPunct="1">
              <a:lnSpc>
                <a:spcPct val="80000"/>
              </a:lnSpc>
            </a:pPr>
            <a:endParaRPr lang="en-US" sz="2400"/>
          </a:p>
          <a:p>
            <a:pPr eaLnBrk="1" hangingPunct="1">
              <a:lnSpc>
                <a:spcPct val="80000"/>
              </a:lnSpc>
            </a:pPr>
            <a:r>
              <a:rPr lang="en-US" sz="2400"/>
              <a:t>Perangkat lunak yang baik dan sesuai dengan kebutuhan pengguna sangat bergantung kepada keberhasilan dalam melakukan analisa kebutuhan.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sv-SE" sz="4200"/>
              <a:t>Analisis Kebutuhan</a:t>
            </a:r>
            <a:endParaRPr lang="en-US" sz="4200"/>
          </a:p>
        </p:txBody>
      </p:sp>
      <p:sp>
        <p:nvSpPr>
          <p:cNvPr id="6148" name="Rectangle 3"/>
          <p:cNvSpPr>
            <a:spLocks noGrp="1" noChangeArrowheads="1"/>
          </p:cNvSpPr>
          <p:nvPr>
            <p:ph type="body" idx="1"/>
          </p:nvPr>
        </p:nvSpPr>
        <p:spPr/>
        <p:txBody>
          <a:bodyPr/>
          <a:lstStyle/>
          <a:p>
            <a:pPr eaLnBrk="1" hangingPunct="1"/>
            <a:r>
              <a:rPr lang="sv-SE"/>
              <a:t>Spesifikasi keperluan perangkat lunak merupakan pokok keberhasilan usaha pengembangan atau pengerjaan perangkat lunak. </a:t>
            </a:r>
          </a:p>
          <a:p>
            <a:pPr eaLnBrk="1" hangingPunct="1"/>
            <a:r>
              <a:rPr lang="sv-SE"/>
              <a:t>Tugas yang paling penting pada analisis keperluan adalah proses menemukan permasalahan dan menghasilkan alternatif pemecahan masalah yang relevan.</a:t>
            </a:r>
            <a:r>
              <a:rPr lang="en-US"/>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sv-SE" sz="4200"/>
              <a:t>Analisis Kebutuhan</a:t>
            </a:r>
            <a:endParaRPr lang="en-US" sz="4200"/>
          </a:p>
        </p:txBody>
      </p:sp>
      <p:sp>
        <p:nvSpPr>
          <p:cNvPr id="7172" name="Rectangle 3"/>
          <p:cNvSpPr>
            <a:spLocks noGrp="1" noChangeArrowheads="1"/>
          </p:cNvSpPr>
          <p:nvPr>
            <p:ph type="body" idx="1"/>
          </p:nvPr>
        </p:nvSpPr>
        <p:spPr/>
        <p:txBody>
          <a:bodyPr/>
          <a:lstStyle/>
          <a:p>
            <a:pPr marL="0" indent="0" eaLnBrk="1" hangingPunct="1">
              <a:buFont typeface="Wingdings" pitchFamily="2" charset="2"/>
              <a:buNone/>
            </a:pPr>
            <a:r>
              <a:rPr lang="fi-FI"/>
              <a:t>Analisis kebutuhan juga memperbolehkan software engineering atau analis sistem untuk memperbaiki alokasi perangkat lunak dan menggambarkan daerah lingkup informasi yang akan dibuat oleh perangkat lunak. </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sv-SE" sz="4200"/>
              <a:t>Faktor dalam Analisis Kebutuhan </a:t>
            </a:r>
            <a:endParaRPr lang="en-US" sz="4200"/>
          </a:p>
        </p:txBody>
      </p:sp>
      <p:sp>
        <p:nvSpPr>
          <p:cNvPr id="8196" name="Rectangle 3"/>
          <p:cNvSpPr>
            <a:spLocks noGrp="1" noChangeArrowheads="1"/>
          </p:cNvSpPr>
          <p:nvPr>
            <p:ph type="body" idx="1"/>
          </p:nvPr>
        </p:nvSpPr>
        <p:spPr/>
        <p:txBody>
          <a:bodyPr/>
          <a:lstStyle/>
          <a:p>
            <a:pPr eaLnBrk="1" hangingPunct="1">
              <a:lnSpc>
                <a:spcPct val="80000"/>
              </a:lnSpc>
              <a:buFont typeface="Wingdings" pitchFamily="2" charset="2"/>
              <a:buNone/>
            </a:pPr>
            <a:r>
              <a:rPr lang="en-US" sz="2400"/>
              <a:t>Ada 3 faktor yang harus dipenuhi ketika melakukan analisa kebutuhan ini yaitu : lengkap, detail, dan benar. </a:t>
            </a:r>
          </a:p>
          <a:p>
            <a:pPr eaLnBrk="1" hangingPunct="1">
              <a:lnSpc>
                <a:spcPct val="80000"/>
              </a:lnSpc>
            </a:pPr>
            <a:r>
              <a:rPr lang="en-US" sz="2400"/>
              <a:t>Lengkap artinya semua yang diharapkan oleh klien telah didapatkan oleh pihak yang melakukan analisa. </a:t>
            </a:r>
          </a:p>
          <a:p>
            <a:pPr eaLnBrk="1" hangingPunct="1">
              <a:lnSpc>
                <a:spcPct val="80000"/>
              </a:lnSpc>
            </a:pPr>
            <a:r>
              <a:rPr lang="en-US" sz="2400"/>
              <a:t>Detail maksudnya adalah berhasil mengumpulkan informasi yang rinci sampai hal-hal yang kecil. </a:t>
            </a:r>
          </a:p>
          <a:p>
            <a:pPr eaLnBrk="1" hangingPunct="1">
              <a:lnSpc>
                <a:spcPct val="80000"/>
              </a:lnSpc>
            </a:pPr>
            <a:r>
              <a:rPr lang="en-US" sz="2400"/>
              <a:t>Benar adalah bahwa semua data dari analisa kebutuhan ini haruslah benar, sesuai apa yang dimaksud oleh klien, bukan benar menurut apa yang difikirkan oleh pihak yang melakukan analisa.</a:t>
            </a:r>
            <a:r>
              <a:rPr lang="en-US" sz="2000"/>
              <a:t> </a:t>
            </a:r>
          </a:p>
          <a:p>
            <a:pPr eaLnBrk="1" hangingPunct="1">
              <a:lnSpc>
                <a:spcPct val="80000"/>
              </a:lnSpc>
              <a:buFont typeface="Wingdings" pitchFamily="2" charset="2"/>
              <a:buNone/>
            </a:pPr>
            <a:r>
              <a:rPr lang="en-US" sz="1600"/>
              <a:t>	</a:t>
            </a:r>
          </a:p>
          <a:p>
            <a:pPr eaLnBrk="1" hangingPunct="1">
              <a:lnSpc>
                <a:spcPct val="80000"/>
              </a:lnSpc>
              <a:buFont typeface="Wingdings" pitchFamily="2" charset="2"/>
              <a:buNone/>
            </a:pPr>
            <a:r>
              <a:rPr lang="en-US" sz="1600"/>
              <a:t>	</a:t>
            </a:r>
          </a:p>
          <a:p>
            <a:pPr eaLnBrk="1" hangingPunct="1">
              <a:lnSpc>
                <a:spcPct val="80000"/>
              </a:lnSpc>
              <a:buFont typeface="Wingdings" pitchFamily="2" charset="2"/>
              <a:buNone/>
            </a:pPr>
            <a:r>
              <a:rPr lang="en-US" sz="1600"/>
              <a:t>	</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sv-SE" sz="4200"/>
              <a:t>Analisis Kebutuhan</a:t>
            </a:r>
            <a:endParaRPr lang="en-US" sz="4200"/>
          </a:p>
        </p:txBody>
      </p:sp>
      <p:sp>
        <p:nvSpPr>
          <p:cNvPr id="9220" name="Rectangle 3"/>
          <p:cNvSpPr>
            <a:spLocks noGrp="1" noChangeArrowheads="1"/>
          </p:cNvSpPr>
          <p:nvPr>
            <p:ph type="body" idx="1"/>
          </p:nvPr>
        </p:nvSpPr>
        <p:spPr>
          <a:xfrm>
            <a:off x="457200" y="1600200"/>
            <a:ext cx="8229600" cy="3886200"/>
          </a:xfrm>
        </p:spPr>
        <p:txBody>
          <a:bodyPr/>
          <a:lstStyle/>
          <a:p>
            <a:pPr marL="0" indent="0" eaLnBrk="1" hangingPunct="1">
              <a:buFont typeface="Wingdings" pitchFamily="2" charset="2"/>
              <a:buNone/>
            </a:pPr>
            <a:r>
              <a:rPr lang="fi-FI"/>
              <a:t>Analisis kebutuhan perangkat lunak dapat dibagi ke dalam beberapa area:</a:t>
            </a:r>
            <a:endParaRPr lang="sv-SE"/>
          </a:p>
          <a:p>
            <a:pPr marL="609600" indent="-609600" eaLnBrk="1" hangingPunct="1"/>
            <a:r>
              <a:rPr lang="sv-SE"/>
              <a:t>Pengenalan Evaluasi </a:t>
            </a:r>
          </a:p>
          <a:p>
            <a:pPr marL="609600" indent="-609600" eaLnBrk="1" hangingPunct="1"/>
            <a:r>
              <a:rPr lang="sv-SE"/>
              <a:t>Spesifikasi</a:t>
            </a:r>
          </a:p>
          <a:p>
            <a:pPr marL="609600" indent="-609600" eaLnBrk="1" hangingPunct="1"/>
            <a:r>
              <a:rPr lang="sv-SE"/>
              <a:t>Review (tinjau ulang)</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sz="3400"/>
              <a:t>Permasalah dalam Analisis Kebutuhan</a:t>
            </a:r>
          </a:p>
        </p:txBody>
      </p:sp>
      <p:sp>
        <p:nvSpPr>
          <p:cNvPr id="10244" name="Rectangle 3"/>
          <p:cNvSpPr>
            <a:spLocks noGrp="1" noChangeArrowheads="1"/>
          </p:cNvSpPr>
          <p:nvPr>
            <p:ph type="body" idx="1"/>
          </p:nvPr>
        </p:nvSpPr>
        <p:spPr/>
        <p:txBody>
          <a:bodyPr/>
          <a:lstStyle/>
          <a:p>
            <a:pPr eaLnBrk="1" hangingPunct="1"/>
            <a:r>
              <a:rPr lang="en-US" sz="2800"/>
              <a:t>Dalam melakukan analisa kebutuhan yang sesungguhnya di lapangan, sering menemukan hal-hal yang kurang diharapkan. </a:t>
            </a:r>
          </a:p>
          <a:p>
            <a:pPr eaLnBrk="1" hangingPunct="1"/>
            <a:r>
              <a:rPr lang="en-US" sz="2800"/>
              <a:t>Misalnya, klien yang meminta pembuatan perangkat lunak tidak memiliki pengetahuan yang cukup yang berkaitan dengan komputer, pemrograman, dan yang berhubungan dengan teknologi informasi.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sz="3400"/>
              <a:t>Permasalah dalam Analisis Kebutuhan</a:t>
            </a:r>
          </a:p>
        </p:txBody>
      </p:sp>
      <p:sp>
        <p:nvSpPr>
          <p:cNvPr id="11268" name="Rectangle 3"/>
          <p:cNvSpPr>
            <a:spLocks noGrp="1" noChangeArrowheads="1"/>
          </p:cNvSpPr>
          <p:nvPr>
            <p:ph type="body" idx="1"/>
          </p:nvPr>
        </p:nvSpPr>
        <p:spPr/>
        <p:txBody>
          <a:bodyPr/>
          <a:lstStyle/>
          <a:p>
            <a:pPr marL="0" indent="0" eaLnBrk="1" hangingPunct="1">
              <a:buFont typeface="Wingdings" pitchFamily="2" charset="2"/>
              <a:buNone/>
            </a:pPr>
            <a:r>
              <a:rPr lang="en-US" sz="2800"/>
              <a:t>Persoalan lain yang juga cukup kerap ditemui adalah cara klien dalam mengungkapkan keinginan mereka. Banyak kasus memperlihatkan bahwa informasi yang disampaikan sangat tidak terstruktur, sehingga cukup merepotkan dalam memahami maksud dari keinginan mereka. Bahkan ada informasi yang semestinya dijelaskan tidak diberikan, dan informasi yang tak berguna malah dipaparkan.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sz="3400"/>
              <a:t>Permasalah dalam Analisis Kebutuhan</a:t>
            </a:r>
          </a:p>
        </p:txBody>
      </p:sp>
      <p:sp>
        <p:nvSpPr>
          <p:cNvPr id="12292" name="Rectangle 3"/>
          <p:cNvSpPr>
            <a:spLocks noGrp="1" noChangeArrowheads="1"/>
          </p:cNvSpPr>
          <p:nvPr>
            <p:ph type="body" idx="1"/>
          </p:nvPr>
        </p:nvSpPr>
        <p:spPr/>
        <p:txBody>
          <a:bodyPr/>
          <a:lstStyle/>
          <a:p>
            <a:pPr marL="0" indent="0" eaLnBrk="1" hangingPunct="1">
              <a:buFont typeface="Wingdings" pitchFamily="2" charset="2"/>
              <a:buNone/>
            </a:pPr>
            <a:r>
              <a:rPr lang="en-US"/>
              <a:t>Masalah waktu juga menjadi penghalang lainnya. Banyak klien tidak memberi waktu yang cukup. Waktu yang kurang dalam proses analisa kebutuhan perangkat lunak, jelas akan menyebabkan tidak terkumpulnya dengan lengkap apa yang diinginkan oleh klien.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sz="3400"/>
              <a:t>Beberapa langkah dalam melakukan analisa kebutuhan. </a:t>
            </a:r>
          </a:p>
        </p:txBody>
      </p:sp>
      <p:sp>
        <p:nvSpPr>
          <p:cNvPr id="13316" name="Rectangle 3"/>
          <p:cNvSpPr>
            <a:spLocks noGrp="1" noChangeArrowheads="1"/>
          </p:cNvSpPr>
          <p:nvPr>
            <p:ph type="body" idx="1"/>
          </p:nvPr>
        </p:nvSpPr>
        <p:spPr/>
        <p:txBody>
          <a:bodyPr/>
          <a:lstStyle/>
          <a:p>
            <a:pPr marL="357188" indent="-357188" eaLnBrk="1" hangingPunct="1">
              <a:lnSpc>
                <a:spcPct val="80000"/>
              </a:lnSpc>
              <a:buFont typeface="Wingdings" pitchFamily="2" charset="2"/>
              <a:buAutoNum type="arabicPeriod"/>
            </a:pPr>
            <a:r>
              <a:rPr lang="en-US" sz="2800"/>
              <a:t>Komunikasi yang Baik </a:t>
            </a:r>
          </a:p>
          <a:p>
            <a:pPr marL="981075" lvl="1" indent="-444500" eaLnBrk="1" hangingPunct="1">
              <a:lnSpc>
                <a:spcPct val="80000"/>
              </a:lnSpc>
            </a:pPr>
            <a:r>
              <a:rPr lang="en-US" sz="2300"/>
              <a:t>Salah satu hal yang diperlukan adalah membangun hubungan yang baik dengan klien. </a:t>
            </a:r>
          </a:p>
          <a:p>
            <a:pPr marL="981075" lvl="1" indent="-444500" eaLnBrk="1" hangingPunct="1">
              <a:lnSpc>
                <a:spcPct val="80000"/>
              </a:lnSpc>
            </a:pPr>
            <a:r>
              <a:rPr lang="en-US" sz="2300"/>
              <a:t>Hubungan sosial yang baik dengan klien akan menjadikan komunikasi yang terbuka dan lancar. </a:t>
            </a:r>
          </a:p>
          <a:p>
            <a:pPr marL="981075" lvl="1" indent="-444500" eaLnBrk="1" hangingPunct="1">
              <a:lnSpc>
                <a:spcPct val="80000"/>
              </a:lnSpc>
            </a:pPr>
            <a:r>
              <a:rPr lang="en-US" sz="2300"/>
              <a:t>Mengenal lebih dekat klien anda, artinya akan bisa menciptakan komunikasi yang lebih lancar dan tidak terlalu formal. </a:t>
            </a:r>
          </a:p>
          <a:p>
            <a:pPr marL="357188" indent="-357188" eaLnBrk="1" hangingPunct="1">
              <a:lnSpc>
                <a:spcPct val="80000"/>
              </a:lnSpc>
              <a:buFont typeface="Wingdings" pitchFamily="2" charset="2"/>
              <a:buAutoNum type="arabicPeriod" startAt="2"/>
            </a:pPr>
            <a:r>
              <a:rPr lang="en-US" sz="2800"/>
              <a:t>Mengetahui "Apa" </a:t>
            </a:r>
          </a:p>
          <a:p>
            <a:pPr marL="357188" indent="-357188" eaLnBrk="1" hangingPunct="1">
              <a:lnSpc>
                <a:spcPct val="80000"/>
              </a:lnSpc>
              <a:buFont typeface="Wingdings" pitchFamily="2" charset="2"/>
              <a:buNone/>
            </a:pPr>
            <a:r>
              <a:rPr lang="en-US" sz="2800"/>
              <a:t>	</a:t>
            </a:r>
            <a:r>
              <a:rPr lang="en-US" sz="2400"/>
              <a:t>Yang perlu diketahui dari klien adalah tentang apa yang dikerjakannya, apa data yang menjadi masukan, apa yang dihasilkan.</a:t>
            </a:r>
            <a:r>
              <a:rPr lang="en-US" sz="280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z="3400"/>
              <a:t>Beberapa langkah dalam melakukan analisa kebutuhan.</a:t>
            </a:r>
          </a:p>
        </p:txBody>
      </p:sp>
      <p:sp>
        <p:nvSpPr>
          <p:cNvPr id="14340" name="Rectangle 3"/>
          <p:cNvSpPr>
            <a:spLocks noGrp="1" noChangeArrowheads="1"/>
          </p:cNvSpPr>
          <p:nvPr>
            <p:ph type="body" idx="1"/>
          </p:nvPr>
        </p:nvSpPr>
        <p:spPr/>
        <p:txBody>
          <a:bodyPr/>
          <a:lstStyle/>
          <a:p>
            <a:pPr marL="609600" indent="-609600" eaLnBrk="1" hangingPunct="1">
              <a:lnSpc>
                <a:spcPct val="80000"/>
              </a:lnSpc>
              <a:buFont typeface="Wingdings" pitchFamily="2" charset="2"/>
              <a:buAutoNum type="arabicPeriod" startAt="3"/>
            </a:pPr>
            <a:r>
              <a:rPr lang="en-US" sz="2800"/>
              <a:t>Gunakan Istilah yang Sederhana</a:t>
            </a:r>
          </a:p>
          <a:p>
            <a:pPr marL="609600" indent="-609600" eaLnBrk="1" hangingPunct="1">
              <a:lnSpc>
                <a:spcPct val="80000"/>
              </a:lnSpc>
              <a:buFont typeface="Wingdings" pitchFamily="2" charset="2"/>
              <a:buNone/>
            </a:pPr>
            <a:r>
              <a:rPr lang="en-US" sz="2400"/>
              <a:t>	Dalam berkomunikasi dengan klien, terutama ketika dalam proses analisa kebutuhan, jangan menggunakan istilah yang sulit dimengerti. </a:t>
            </a:r>
          </a:p>
          <a:p>
            <a:pPr marL="609600" indent="-609600" eaLnBrk="1" hangingPunct="1">
              <a:lnSpc>
                <a:spcPct val="80000"/>
              </a:lnSpc>
              <a:buFont typeface="Wingdings" pitchFamily="2" charset="2"/>
              <a:buAutoNum type="arabicPeriod" startAt="4"/>
            </a:pPr>
            <a:r>
              <a:rPr lang="en-US" sz="2800"/>
              <a:t>Terbuka dengan Langkah yang Dilakukan</a:t>
            </a:r>
          </a:p>
          <a:p>
            <a:pPr marL="609600" indent="-609600" eaLnBrk="1" hangingPunct="1">
              <a:lnSpc>
                <a:spcPct val="80000"/>
              </a:lnSpc>
              <a:buFont typeface="Wingdings" pitchFamily="2" charset="2"/>
              <a:buNone/>
            </a:pPr>
            <a:r>
              <a:rPr lang="en-US" sz="2400"/>
              <a:t>	Bersikap terbuka tentang apa saja yang kita lakukan selama proses pembuatan perangkat lunak </a:t>
            </a:r>
          </a:p>
          <a:p>
            <a:pPr marL="609600" indent="-609600" eaLnBrk="1" hangingPunct="1">
              <a:lnSpc>
                <a:spcPct val="80000"/>
              </a:lnSpc>
              <a:buFont typeface="Wingdings" pitchFamily="2" charset="2"/>
              <a:buAutoNum type="arabicPeriod" startAt="5"/>
            </a:pPr>
            <a:r>
              <a:rPr lang="en-US" sz="2800"/>
              <a:t>Menampilkan contoh Nyata</a:t>
            </a:r>
          </a:p>
          <a:p>
            <a:pPr marL="609600" indent="-609600" eaLnBrk="1" hangingPunct="1">
              <a:lnSpc>
                <a:spcPct val="80000"/>
              </a:lnSpc>
              <a:buFont typeface="Wingdings" pitchFamily="2" charset="2"/>
              <a:buNone/>
            </a:pPr>
            <a:r>
              <a:rPr lang="en-US" sz="2400"/>
              <a:t>	Tampilkan contoh yang nyata ketika klien memberitahu apa yang akan dimintanya. </a:t>
            </a:r>
          </a:p>
          <a:p>
            <a:pPr marL="609600" indent="-609600" eaLnBrk="1" hangingPunct="1">
              <a:lnSpc>
                <a:spcPct val="80000"/>
              </a:lnSpc>
              <a:buFont typeface="Wingdings" pitchFamily="2" charset="2"/>
              <a:buNone/>
            </a:pPr>
            <a:r>
              <a:rPr lang="en-US" sz="2400"/>
              <a:t>	Misalkan untuk proses entri data. Klien dan analis sama-sama menyaksikan bagaimana proses entri data tersebut.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sv-SE"/>
              <a:t>Prinsip-prinsip analisis</a:t>
            </a:r>
            <a:endParaRPr lang="en-US"/>
          </a:p>
        </p:txBody>
      </p:sp>
      <p:sp>
        <p:nvSpPr>
          <p:cNvPr id="15364" name="Rectangle 3"/>
          <p:cNvSpPr>
            <a:spLocks noGrp="1" noChangeArrowheads="1"/>
          </p:cNvSpPr>
          <p:nvPr>
            <p:ph type="body" idx="1"/>
          </p:nvPr>
        </p:nvSpPr>
        <p:spPr/>
        <p:txBody>
          <a:bodyPr/>
          <a:lstStyle/>
          <a:p>
            <a:pPr marL="446088" indent="-446088" eaLnBrk="1" hangingPunct="1">
              <a:lnSpc>
                <a:spcPct val="80000"/>
              </a:lnSpc>
              <a:buFont typeface="Wingdings" pitchFamily="2" charset="2"/>
              <a:buNone/>
            </a:pPr>
            <a:r>
              <a:rPr lang="sv-SE" sz="2000"/>
              <a:t>Secara umum seluruh metode tersebut mempunyai prinsip sebagai berikut</a:t>
            </a:r>
            <a:r>
              <a:rPr lang="en-US" sz="2000"/>
              <a:t> </a:t>
            </a:r>
          </a:p>
          <a:p>
            <a:pPr marL="446088" indent="-446088" eaLnBrk="1" hangingPunct="1">
              <a:lnSpc>
                <a:spcPct val="80000"/>
              </a:lnSpc>
              <a:buFont typeface="Wingdings" pitchFamily="2" charset="2"/>
              <a:buAutoNum type="arabicPeriod"/>
            </a:pPr>
            <a:r>
              <a:rPr lang="sv-SE" sz="2000" b="1"/>
              <a:t>Domain informasi</a:t>
            </a:r>
            <a:r>
              <a:rPr lang="sv-SE" sz="2000"/>
              <a:t> yaitu: permasalahan harus dijabarkan dan digambarkan sehingga mudah dimengerti</a:t>
            </a:r>
          </a:p>
          <a:p>
            <a:pPr marL="446088" indent="-446088" eaLnBrk="1" hangingPunct="1">
              <a:lnSpc>
                <a:spcPct val="80000"/>
              </a:lnSpc>
              <a:buFont typeface="Wingdings" pitchFamily="2" charset="2"/>
              <a:buNone/>
            </a:pPr>
            <a:r>
              <a:rPr lang="sv-SE" sz="2000"/>
              <a:t>	Domain informasi berisi 3 pandangan yang berbeda tentang bagaimana data diproses oleh program </a:t>
            </a:r>
          </a:p>
          <a:p>
            <a:pPr marL="446088" indent="-446088" eaLnBrk="1" hangingPunct="1">
              <a:lnSpc>
                <a:spcPct val="80000"/>
              </a:lnSpc>
              <a:buFont typeface="Wingdings" pitchFamily="2" charset="2"/>
              <a:buNone/>
            </a:pPr>
            <a:endParaRPr lang="sv-SE" sz="2000"/>
          </a:p>
          <a:p>
            <a:pPr marL="981075" lvl="1" indent="-355600" eaLnBrk="1" hangingPunct="1">
              <a:lnSpc>
                <a:spcPct val="80000"/>
              </a:lnSpc>
              <a:buFontTx/>
              <a:buChar char="•"/>
            </a:pPr>
            <a:r>
              <a:rPr lang="sv-SE" sz="1800"/>
              <a:t>Aliran informasi: menggambarkan bagaimana perubahan data dari satu pemroses ke pemroses berikutnya</a:t>
            </a:r>
            <a:r>
              <a:rPr lang="en-US" sz="1800"/>
              <a:t> </a:t>
            </a:r>
            <a:endParaRPr lang="sv-SE" sz="1800"/>
          </a:p>
          <a:p>
            <a:pPr marL="981075" lvl="1" indent="-355600" eaLnBrk="1" hangingPunct="1">
              <a:lnSpc>
                <a:spcPct val="80000"/>
              </a:lnSpc>
              <a:buFontTx/>
              <a:buChar char="•"/>
            </a:pPr>
            <a:r>
              <a:rPr lang="sv-SE" sz="1800"/>
              <a:t>Isi informasi: Isi informasi menggambarkan item-item data yang menyusun item lebih besar dan berisikan informasi yang lengkap</a:t>
            </a:r>
            <a:r>
              <a:rPr lang="en-US" sz="1800"/>
              <a:t> </a:t>
            </a:r>
          </a:p>
          <a:p>
            <a:pPr marL="981075" lvl="1" indent="-355600" eaLnBrk="1" hangingPunct="1">
              <a:lnSpc>
                <a:spcPct val="80000"/>
              </a:lnSpc>
              <a:buFontTx/>
              <a:buNone/>
            </a:pPr>
            <a:r>
              <a:rPr lang="sv-SE" sz="1800"/>
              <a:t>	contoh: record penggajian terdiri item nomor induk karyawan, nama karyawan, alamat karyawan</a:t>
            </a:r>
            <a:r>
              <a:rPr lang="en-US" sz="1800"/>
              <a:t> </a:t>
            </a:r>
            <a:endParaRPr lang="sv-SE" sz="1800"/>
          </a:p>
          <a:p>
            <a:pPr marL="981075" lvl="1" indent="-355600" eaLnBrk="1" hangingPunct="1">
              <a:lnSpc>
                <a:spcPct val="80000"/>
              </a:lnSpc>
              <a:buFontTx/>
              <a:buChar char="•"/>
            </a:pPr>
            <a:r>
              <a:rPr lang="sv-SE" sz="1800"/>
              <a:t>Struktur informasi: menggambarkan organisasi data secara logika. Apakah data-data disusun dalam bentuk tabel, hirarki atau tree. </a:t>
            </a:r>
            <a:endParaRPr 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sv-SE"/>
              <a:t>Prinsip-prinsip analisis</a:t>
            </a:r>
            <a:endParaRPr lang="en-US"/>
          </a:p>
        </p:txBody>
      </p:sp>
      <p:sp>
        <p:nvSpPr>
          <p:cNvPr id="16388" name="Rectangle 3"/>
          <p:cNvSpPr>
            <a:spLocks noGrp="1" noChangeArrowheads="1"/>
          </p:cNvSpPr>
          <p:nvPr>
            <p:ph type="body" idx="1"/>
          </p:nvPr>
        </p:nvSpPr>
        <p:spPr/>
        <p:txBody>
          <a:bodyPr/>
          <a:lstStyle/>
          <a:p>
            <a:pPr eaLnBrk="1" hangingPunct="1">
              <a:buFont typeface="Wingdings" pitchFamily="2" charset="2"/>
              <a:buNone/>
            </a:pPr>
            <a:r>
              <a:rPr lang="sv-SE" sz="2800" b="1"/>
              <a:t>Domain informasi</a:t>
            </a:r>
            <a:endParaRPr lang="en-US" sz="2800" b="1"/>
          </a:p>
        </p:txBody>
      </p:sp>
      <p:pic>
        <p:nvPicPr>
          <p:cNvPr id="16389" name="Picture 12"/>
          <p:cNvPicPr>
            <a:picLocks noChangeAspect="1" noChangeArrowheads="1"/>
          </p:cNvPicPr>
          <p:nvPr/>
        </p:nvPicPr>
        <p:blipFill>
          <a:blip r:embed="rId2"/>
          <a:srcRect/>
          <a:stretch>
            <a:fillRect/>
          </a:stretch>
        </p:blipFill>
        <p:spPr bwMode="auto">
          <a:xfrm>
            <a:off x="1676400" y="2387600"/>
            <a:ext cx="5181600" cy="30988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sv-SE"/>
              <a:t>Prinsip-prinsip analisis</a:t>
            </a:r>
            <a:endParaRPr lang="en-US"/>
          </a:p>
        </p:txBody>
      </p:sp>
      <p:sp>
        <p:nvSpPr>
          <p:cNvPr id="17412" name="Rectangle 3"/>
          <p:cNvSpPr>
            <a:spLocks noGrp="1" noChangeArrowheads="1"/>
          </p:cNvSpPr>
          <p:nvPr>
            <p:ph type="body" idx="1"/>
          </p:nvPr>
        </p:nvSpPr>
        <p:spPr/>
        <p:txBody>
          <a:bodyPr/>
          <a:lstStyle/>
          <a:p>
            <a:pPr marL="446088" indent="-446088" eaLnBrk="1" hangingPunct="1">
              <a:buFont typeface="Wingdings" pitchFamily="2" charset="2"/>
              <a:buAutoNum type="arabicPeriod" startAt="2"/>
            </a:pPr>
            <a:r>
              <a:rPr lang="sv-SE" sz="2800"/>
              <a:t>Permasalahan harus dipecah-pecah (partisi)</a:t>
            </a:r>
          </a:p>
          <a:p>
            <a:pPr marL="446088" indent="-446088" eaLnBrk="1" hangingPunct="1">
              <a:buFont typeface="Wingdings" pitchFamily="2" charset="2"/>
              <a:buNone/>
            </a:pPr>
            <a:r>
              <a:rPr lang="sv-SE"/>
              <a:t>	</a:t>
            </a:r>
            <a:r>
              <a:rPr lang="sv-SE" sz="2400"/>
              <a:t>Permasalahan yang besar dan komplek kadangkala sukar untuk dimengerti secara keseluruhan.</a:t>
            </a:r>
            <a:r>
              <a:rPr lang="en-US" sz="2400"/>
              <a:t> </a:t>
            </a:r>
            <a:endParaRPr lang="sv-SE" sz="2000"/>
          </a:p>
          <a:p>
            <a:pPr marL="446088" indent="-446088" eaLnBrk="1" hangingPunct="1">
              <a:buFont typeface="Wingdings" pitchFamily="2" charset="2"/>
              <a:buNone/>
            </a:pPr>
            <a:r>
              <a:rPr lang="sv-SE"/>
              <a:t>	</a:t>
            </a:r>
            <a:r>
              <a:rPr lang="sv-SE" sz="2800"/>
              <a:t>Keuntungan dari penerapan partisi adalah:</a:t>
            </a:r>
          </a:p>
          <a:p>
            <a:pPr marL="1228725" lvl="1" indent="-514350" eaLnBrk="1" hangingPunct="1"/>
            <a:r>
              <a:rPr lang="sv-SE" sz="2400"/>
              <a:t>membantu meningkatkan pengertian permasalahan hingga rinci</a:t>
            </a:r>
          </a:p>
          <a:p>
            <a:pPr marL="1228725" lvl="1" indent="-514350" eaLnBrk="1" hangingPunct="1"/>
            <a:r>
              <a:rPr lang="sv-SE" sz="2400"/>
              <a:t>mudah dilakukan penganalisisan</a:t>
            </a:r>
            <a:r>
              <a:rPr lang="en-US"/>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sv-SE"/>
              <a:t>Prinsip-prinsip analisis</a:t>
            </a:r>
            <a:endParaRPr lang="en-US"/>
          </a:p>
        </p:txBody>
      </p:sp>
      <p:sp>
        <p:nvSpPr>
          <p:cNvPr id="18436" name="Rectangle 3"/>
          <p:cNvSpPr>
            <a:spLocks noGrp="1" noChangeArrowheads="1"/>
          </p:cNvSpPr>
          <p:nvPr>
            <p:ph type="body" idx="1"/>
          </p:nvPr>
        </p:nvSpPr>
        <p:spPr/>
        <p:txBody>
          <a:bodyPr/>
          <a:lstStyle/>
          <a:p>
            <a:pPr marL="609600" indent="-609600" eaLnBrk="1" hangingPunct="1">
              <a:buFont typeface="Wingdings" pitchFamily="2" charset="2"/>
              <a:buAutoNum type="arabicPeriod" startAt="3"/>
            </a:pPr>
            <a:r>
              <a:rPr lang="sv-SE" sz="2800"/>
              <a:t>Gambaran dari logikal dan pisikal harus dikembangkan</a:t>
            </a:r>
          </a:p>
          <a:p>
            <a:pPr marL="971550" lvl="1" indent="-514350" eaLnBrk="1" hangingPunct="1"/>
            <a:r>
              <a:rPr lang="sv-SE" sz="2300"/>
              <a:t>pandangan logikal adalah gambaran dari fungsi perangkat lunak yang diperlukan telah ditentukan dan informasi yang akan diproses tanpa memandang penerapannya sampai rinci.            </a:t>
            </a:r>
          </a:p>
          <a:p>
            <a:pPr marL="971550" lvl="1" indent="-514350" eaLnBrk="1" hangingPunct="1"/>
            <a:r>
              <a:rPr lang="sv-SE" sz="2300"/>
              <a:t>pandangan pisikal adalah bagaimana penerapannya dari fungsi pemrosesan dan struktur informasi.</a:t>
            </a:r>
            <a:r>
              <a:rPr lang="sv-SE"/>
              <a:t>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sv-SE"/>
              <a:t>Prototipe perangkat lunak</a:t>
            </a:r>
            <a:endParaRPr lang="en-US"/>
          </a:p>
        </p:txBody>
      </p:sp>
      <p:sp>
        <p:nvSpPr>
          <p:cNvPr id="19460" name="Rectangle 3"/>
          <p:cNvSpPr>
            <a:spLocks noGrp="1" noChangeArrowheads="1"/>
          </p:cNvSpPr>
          <p:nvPr>
            <p:ph type="body" idx="1"/>
          </p:nvPr>
        </p:nvSpPr>
        <p:spPr/>
        <p:txBody>
          <a:bodyPr/>
          <a:lstStyle/>
          <a:p>
            <a:pPr eaLnBrk="1" hangingPunct="1">
              <a:buFont typeface="Wingdings" pitchFamily="2" charset="2"/>
              <a:buNone/>
            </a:pPr>
            <a:r>
              <a:rPr lang="sv-SE" sz="2800"/>
              <a:t>Pengaplikasian prinsip analisis, dan penyusunan model perangkat lunak yang akan dibangun disebut dengan prototipe yaitu untuk penilaian pelanggan dan pengembang.</a:t>
            </a:r>
            <a:r>
              <a:rPr lang="en-US" sz="2800"/>
              <a:t> </a:t>
            </a:r>
          </a:p>
          <a:p>
            <a:pPr eaLnBrk="1" hangingPunct="1">
              <a:buFont typeface="Wingdings" pitchFamily="2" charset="2"/>
              <a:buNone/>
            </a:pPr>
            <a:r>
              <a:rPr lang="sv-SE" sz="2800"/>
              <a:t>Tujuan dari pembuatan prototipe perangkat lunak adalah untuk menjelaskan perangkat lunak yang akan dibuat termasuk fungsi dan perfomansi yang ada, tanpa memperhatikan paradigma yang akan timbul pada saat penerapan</a:t>
            </a:r>
            <a:r>
              <a:rPr lang="en-US" sz="280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sv-SE"/>
              <a:t>Prototipe perangkat lunak</a:t>
            </a:r>
            <a:endParaRPr lang="en-US"/>
          </a:p>
        </p:txBody>
      </p:sp>
      <p:sp>
        <p:nvSpPr>
          <p:cNvPr id="20484" name="Rectangle 3"/>
          <p:cNvSpPr>
            <a:spLocks noGrp="1" noChangeArrowheads="1"/>
          </p:cNvSpPr>
          <p:nvPr>
            <p:ph type="body" idx="1"/>
          </p:nvPr>
        </p:nvSpPr>
        <p:spPr/>
        <p:txBody>
          <a:bodyPr/>
          <a:lstStyle/>
          <a:p>
            <a:pPr marL="446088" indent="-446088" eaLnBrk="1" hangingPunct="1">
              <a:lnSpc>
                <a:spcPct val="90000"/>
              </a:lnSpc>
              <a:buFont typeface="Wingdings" pitchFamily="2" charset="2"/>
              <a:buAutoNum type="arabicPeriod"/>
            </a:pPr>
            <a:r>
              <a:rPr lang="sv-SE" sz="2800"/>
              <a:t>Skenario prototipe</a:t>
            </a:r>
            <a:r>
              <a:rPr lang="en-US" sz="2800"/>
              <a:t> </a:t>
            </a:r>
          </a:p>
          <a:p>
            <a:pPr marL="1081088" lvl="1" indent="-455613" eaLnBrk="1" hangingPunct="1">
              <a:lnSpc>
                <a:spcPct val="90000"/>
              </a:lnSpc>
              <a:buFont typeface="Wingdings" pitchFamily="2" charset="2"/>
              <a:buChar char="Ø"/>
            </a:pPr>
            <a:r>
              <a:rPr lang="fi-FI" sz="2300"/>
              <a:t>Evaluasi permintaan pengerjaan pengembangan atau pembuatan perangkat lunak</a:t>
            </a:r>
            <a:r>
              <a:rPr lang="en-US" sz="2300"/>
              <a:t> </a:t>
            </a:r>
          </a:p>
          <a:p>
            <a:pPr marL="1081088" lvl="1" indent="-455613" eaLnBrk="1" hangingPunct="1">
              <a:lnSpc>
                <a:spcPct val="90000"/>
              </a:lnSpc>
              <a:buFont typeface="Wingdings" pitchFamily="2" charset="2"/>
              <a:buChar char="Ø"/>
            </a:pPr>
            <a:r>
              <a:rPr lang="sv-SE" sz="2300"/>
              <a:t>Analis membuat atau mengembangkan  keperluan secara singkat</a:t>
            </a:r>
            <a:r>
              <a:rPr lang="en-US" sz="2300"/>
              <a:t> </a:t>
            </a:r>
          </a:p>
          <a:p>
            <a:pPr marL="1081088" lvl="1" indent="-455613" eaLnBrk="1" hangingPunct="1">
              <a:lnSpc>
                <a:spcPct val="90000"/>
              </a:lnSpc>
              <a:buFont typeface="Wingdings" pitchFamily="2" charset="2"/>
              <a:buChar char="Ø"/>
            </a:pPr>
            <a:r>
              <a:rPr lang="sv-SE" sz="2300"/>
              <a:t>Buat spesifikasi perancangan untuk pembuatan prototipe</a:t>
            </a:r>
            <a:r>
              <a:rPr lang="en-US" sz="2300"/>
              <a:t> </a:t>
            </a:r>
          </a:p>
          <a:p>
            <a:pPr marL="1081088" lvl="1" indent="-455613" eaLnBrk="1" hangingPunct="1">
              <a:lnSpc>
                <a:spcPct val="90000"/>
              </a:lnSpc>
              <a:buFont typeface="Wingdings" pitchFamily="2" charset="2"/>
              <a:buChar char="Ø"/>
            </a:pPr>
            <a:r>
              <a:rPr lang="sv-SE" sz="2300"/>
              <a:t>prototipe dibuat, diujicobakan dan diperbaiki jika masih ada kesalahan</a:t>
            </a:r>
            <a:r>
              <a:rPr lang="en-US" sz="2300"/>
              <a:t> </a:t>
            </a:r>
          </a:p>
          <a:p>
            <a:pPr marL="1081088" lvl="1" indent="-455613" eaLnBrk="1" hangingPunct="1">
              <a:lnSpc>
                <a:spcPct val="90000"/>
              </a:lnSpc>
              <a:buFont typeface="Wingdings" pitchFamily="2" charset="2"/>
              <a:buChar char="Ø"/>
            </a:pPr>
            <a:r>
              <a:rPr lang="sv-SE" sz="2300"/>
              <a:t>Selanjutnya disajikan kepada pelanggan atau pemakai dan diharapkan adanya tambahan tentang kekurangan yang ada</a:t>
            </a:r>
            <a:r>
              <a:rPr lang="en-US" sz="230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sv-SE"/>
              <a:t>Prototipe perangkat lunak</a:t>
            </a:r>
            <a:endParaRPr lang="en-US"/>
          </a:p>
        </p:txBody>
      </p:sp>
      <p:sp>
        <p:nvSpPr>
          <p:cNvPr id="21508" name="Rectangle 3"/>
          <p:cNvSpPr>
            <a:spLocks noGrp="1" noChangeArrowheads="1"/>
          </p:cNvSpPr>
          <p:nvPr>
            <p:ph type="body" idx="1"/>
          </p:nvPr>
        </p:nvSpPr>
        <p:spPr/>
        <p:txBody>
          <a:bodyPr/>
          <a:lstStyle/>
          <a:p>
            <a:pPr marL="609600" indent="-609600" eaLnBrk="1" hangingPunct="1">
              <a:buFont typeface="Wingdings" pitchFamily="2" charset="2"/>
              <a:buAutoNum type="arabicPeriod" startAt="2"/>
            </a:pPr>
            <a:r>
              <a:rPr lang="sv-SE"/>
              <a:t>Metode dan alat bantu prototipe</a:t>
            </a:r>
          </a:p>
          <a:p>
            <a:pPr marL="609600" indent="-609600" eaLnBrk="1" hangingPunct="1">
              <a:buFont typeface="Wingdings" pitchFamily="2" charset="2"/>
              <a:buNone/>
            </a:pPr>
            <a:r>
              <a:rPr lang="sv-SE"/>
              <a:t>	</a:t>
            </a:r>
            <a:r>
              <a:rPr lang="sv-SE" sz="2400"/>
              <a:t>Untuk mempercepat pembuatan prototipe, ada tiga kelas metode dan alat bantu</a:t>
            </a:r>
            <a:r>
              <a:rPr lang="sv-SE" sz="2800"/>
              <a:t> </a:t>
            </a:r>
          </a:p>
          <a:p>
            <a:pPr marL="971550" lvl="1" indent="-514350" eaLnBrk="1" hangingPunct="1">
              <a:buFont typeface="Wingdings" pitchFamily="2" charset="2"/>
              <a:buChar char="Ø"/>
            </a:pPr>
            <a:r>
              <a:rPr lang="sv-SE" sz="2100"/>
              <a:t>Teknik generasi keempat (4GT): Meliputi array dan database query </a:t>
            </a:r>
          </a:p>
          <a:p>
            <a:pPr marL="971550" lvl="1" indent="-514350" eaLnBrk="1" hangingPunct="1">
              <a:buFont typeface="Wingdings" pitchFamily="2" charset="2"/>
              <a:buChar char="Ø"/>
            </a:pPr>
            <a:r>
              <a:rPr lang="sv-SE" sz="2100"/>
              <a:t>Reusable software component: Pendekatan lain yang lebih cepat adalah menyusun daripada membuat</a:t>
            </a:r>
            <a:r>
              <a:rPr lang="en-US" sz="2100"/>
              <a:t> </a:t>
            </a:r>
          </a:p>
          <a:p>
            <a:pPr marL="971550" lvl="1" indent="-514350" eaLnBrk="1" hangingPunct="1">
              <a:buFont typeface="Wingdings" pitchFamily="2" charset="2"/>
              <a:buChar char="Ø"/>
            </a:pPr>
            <a:r>
              <a:rPr lang="sv-SE" sz="2100"/>
              <a:t>Formal spesification dan Prototyping environment: Banyak digunakan bahasa formal untuk mengembangkan proses interaktif lingkungan</a:t>
            </a:r>
            <a:r>
              <a:rPr lang="sv-SE"/>
              <a:t> </a:t>
            </a:r>
            <a:r>
              <a:rPr lang="sv-SE" sz="2300"/>
              <a:t>	</a:t>
            </a:r>
            <a:endParaRPr lang="en-US" sz="23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sv-SE"/>
              <a:t>Prinsip Spesifikasi</a:t>
            </a:r>
            <a:endParaRPr lang="en-US"/>
          </a:p>
        </p:txBody>
      </p:sp>
      <p:sp>
        <p:nvSpPr>
          <p:cNvPr id="22532" name="Rectangle 3"/>
          <p:cNvSpPr>
            <a:spLocks noGrp="1" noChangeArrowheads="1"/>
          </p:cNvSpPr>
          <p:nvPr>
            <p:ph type="body" idx="1"/>
          </p:nvPr>
        </p:nvSpPr>
        <p:spPr/>
        <p:txBody>
          <a:bodyPr/>
          <a:lstStyle/>
          <a:p>
            <a:pPr eaLnBrk="1" hangingPunct="1">
              <a:buFont typeface="Wingdings" pitchFamily="2" charset="2"/>
              <a:buNone/>
            </a:pPr>
            <a:r>
              <a:rPr lang="sv-SE"/>
              <a:t>Spesifikasi tanpa mempedulikan model dimana melakukannya, dapat dilihat sebagai sebuah proses representasi.  Persyaratan diwakilkan dengan suatu cara yang membawa ke arah implementasi yang berhasil. </a:t>
            </a:r>
          </a:p>
          <a:p>
            <a:pPr eaLnBrk="1" hangingPunct="1">
              <a:buFont typeface="Wingdings" pitchFamily="2" charset="2"/>
              <a:buNone/>
            </a:pP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sv-SE"/>
              <a:t>Prinsip Spesifikasi</a:t>
            </a:r>
            <a:endParaRPr lang="en-US"/>
          </a:p>
        </p:txBody>
      </p:sp>
      <p:sp>
        <p:nvSpPr>
          <p:cNvPr id="23556" name="Rectangle 3"/>
          <p:cNvSpPr>
            <a:spLocks noGrp="1" noChangeArrowheads="1"/>
          </p:cNvSpPr>
          <p:nvPr>
            <p:ph type="body" idx="1"/>
          </p:nvPr>
        </p:nvSpPr>
        <p:spPr/>
        <p:txBody>
          <a:bodyPr/>
          <a:lstStyle/>
          <a:p>
            <a:pPr marL="357188" indent="-357188" eaLnBrk="1" hangingPunct="1">
              <a:lnSpc>
                <a:spcPct val="80000"/>
              </a:lnSpc>
              <a:buFont typeface="Wingdings" pitchFamily="2" charset="2"/>
              <a:buNone/>
            </a:pPr>
            <a:r>
              <a:rPr lang="sv-SE" sz="2000"/>
              <a:t>Prinsip yang dapat digunakan dalam menyusun spesifikasi adalah:</a:t>
            </a:r>
          </a:p>
          <a:p>
            <a:pPr marL="357188" indent="-357188" eaLnBrk="1" hangingPunct="1">
              <a:lnSpc>
                <a:spcPct val="80000"/>
              </a:lnSpc>
              <a:buFont typeface="Wingdings" pitchFamily="2" charset="2"/>
              <a:buNone/>
            </a:pPr>
            <a:endParaRPr lang="sv-SE" sz="2000"/>
          </a:p>
          <a:p>
            <a:pPr marL="357188" indent="-357188" eaLnBrk="1" hangingPunct="1">
              <a:lnSpc>
                <a:spcPct val="80000"/>
              </a:lnSpc>
              <a:buFont typeface="Wingdings" pitchFamily="2" charset="2"/>
              <a:buAutoNum type="arabicPeriod"/>
            </a:pPr>
            <a:r>
              <a:rPr lang="sv-SE" sz="2000"/>
              <a:t>Memisahkan fungsi dari penerapan</a:t>
            </a:r>
          </a:p>
          <a:p>
            <a:pPr marL="357188" indent="-357188" eaLnBrk="1" hangingPunct="1">
              <a:lnSpc>
                <a:spcPct val="80000"/>
              </a:lnSpc>
              <a:buFont typeface="Wingdings" pitchFamily="2" charset="2"/>
              <a:buAutoNum type="arabicPeriod"/>
            </a:pPr>
            <a:r>
              <a:rPr lang="sv-SE" sz="2000"/>
              <a:t>Spesifikasi sistem berorientasi kepada keperluan sistem</a:t>
            </a:r>
          </a:p>
          <a:p>
            <a:pPr marL="357188" indent="-357188" eaLnBrk="1" hangingPunct="1">
              <a:lnSpc>
                <a:spcPct val="80000"/>
              </a:lnSpc>
              <a:buFont typeface="Wingdings" pitchFamily="2" charset="2"/>
              <a:buAutoNum type="arabicPeriod"/>
            </a:pPr>
            <a:r>
              <a:rPr lang="sv-SE" sz="2000"/>
              <a:t>Spesifikasi harus meliputi sistem yang mana atau dimana perangkat lunak adalah komponen. Sistem disusun atas komponen-komponen yang saling berinteraksi. </a:t>
            </a:r>
          </a:p>
          <a:p>
            <a:pPr marL="357188" indent="-357188" eaLnBrk="1" hangingPunct="1">
              <a:lnSpc>
                <a:spcPct val="80000"/>
              </a:lnSpc>
              <a:buFont typeface="Wingdings" pitchFamily="2" charset="2"/>
              <a:buAutoNum type="arabicPeriod"/>
            </a:pPr>
            <a:r>
              <a:rPr lang="sv-SE" sz="2000"/>
              <a:t>Spesifikasi harus meliputi dimana lingkungan sistem akan dioperasikan</a:t>
            </a:r>
          </a:p>
          <a:p>
            <a:pPr marL="357188" indent="-357188" eaLnBrk="1" hangingPunct="1">
              <a:lnSpc>
                <a:spcPct val="80000"/>
              </a:lnSpc>
              <a:buFont typeface="Wingdings" pitchFamily="2" charset="2"/>
              <a:buAutoNum type="arabicPeriod"/>
            </a:pPr>
            <a:r>
              <a:rPr lang="sv-SE" sz="2000"/>
              <a:t>Spesifikasi harus mode cognitive, harus menjabarkan sistem yang diterima oleh masyarakat pemakai.</a:t>
            </a:r>
          </a:p>
          <a:p>
            <a:pPr marL="357188" indent="-357188" eaLnBrk="1" hangingPunct="1">
              <a:lnSpc>
                <a:spcPct val="80000"/>
              </a:lnSpc>
              <a:buFont typeface="Wingdings" pitchFamily="2" charset="2"/>
              <a:buAutoNum type="arabicPeriod"/>
            </a:pPr>
            <a:r>
              <a:rPr lang="sv-SE" sz="2000"/>
              <a:t>Spesifikasi harus mempunyai toleransi terhadap ketidaklengkapan dan dapat ditambah.</a:t>
            </a:r>
          </a:p>
          <a:p>
            <a:pPr marL="357188" indent="-357188" eaLnBrk="1" hangingPunct="1">
              <a:lnSpc>
                <a:spcPct val="80000"/>
              </a:lnSpc>
              <a:buFont typeface="Wingdings" pitchFamily="2" charset="2"/>
              <a:buAutoNum type="arabicPeriod"/>
            </a:pPr>
            <a:r>
              <a:rPr lang="sv-SE" sz="2000"/>
              <a:t>Spesifikasi harus harus lokal dan hubungan yang longgar. Bagian kecil dapat ditambah atau dikurangi atau disesuaikan.</a:t>
            </a:r>
            <a:r>
              <a:rPr lang="en-US" sz="20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lstStyle/>
          <a:p>
            <a:pPr algn="ctr"/>
            <a:r>
              <a:rPr lang="en-US"/>
              <a:t>Terimakasih</a:t>
            </a:r>
          </a:p>
        </p:txBody>
      </p:sp>
    </p:spTree>
  </p:cSld>
  <p:clrMapOvr>
    <a:masterClrMapping/>
  </p:clrMapOvr>
</p:sld>
</file>

<file path=ppt/theme/theme1.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481</TotalTime>
  <Words>1035</Words>
  <Application>Microsoft Office PowerPoint</Application>
  <PresentationFormat>On-screen Show (4:3)</PresentationFormat>
  <Paragraphs>102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Times New Roman</vt:lpstr>
      <vt:lpstr>Wingdings</vt:lpstr>
      <vt:lpstr>Watermark</vt:lpstr>
      <vt:lpstr>Analisis Kebutuhan Sistem</vt:lpstr>
      <vt:lpstr>MATERI</vt:lpstr>
      <vt:lpstr>Analisis Kebutuhan</vt:lpstr>
      <vt:lpstr>Analisis Kebutuhan</vt:lpstr>
      <vt:lpstr>Analisis Kebutuhan</vt:lpstr>
      <vt:lpstr>Faktor dalam Analisis Kebutuhan </vt:lpstr>
      <vt:lpstr>Analisis Kebutuhan</vt:lpstr>
      <vt:lpstr>Permasalah dalam Analisis Kebutuhan</vt:lpstr>
      <vt:lpstr>Permasalah dalam Analisis Kebutuhan</vt:lpstr>
      <vt:lpstr>Permasalah dalam Analisis Kebutuhan</vt:lpstr>
      <vt:lpstr>Beberapa langkah dalam melakukan analisa kebutuhan. </vt:lpstr>
      <vt:lpstr>Beberapa langkah dalam melakukan analisa kebutuhan.</vt:lpstr>
      <vt:lpstr>Prinsip-prinsip analisis</vt:lpstr>
      <vt:lpstr>Prinsip-prinsip analisis</vt:lpstr>
      <vt:lpstr>Prinsip-prinsip analisis</vt:lpstr>
      <vt:lpstr>Prinsip-prinsip analisis</vt:lpstr>
      <vt:lpstr>Prototipe perangkat lunak</vt:lpstr>
      <vt:lpstr>Prototipe perangkat lunak</vt:lpstr>
      <vt:lpstr>Prototipe perangkat lunak</vt:lpstr>
      <vt:lpstr>Prinsip Spesifikasi</vt:lpstr>
      <vt:lpstr>Prinsip Spesifikasi</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Kebutuhan Sistem</dc:title>
  <dc:creator>kertiasih</dc:creator>
  <cp:lastModifiedBy>girihardana@gmail.com</cp:lastModifiedBy>
  <cp:revision>54</cp:revision>
  <dcterms:created xsi:type="dcterms:W3CDTF">2009-01-28T03:29:02Z</dcterms:created>
  <dcterms:modified xsi:type="dcterms:W3CDTF">2026-09-09T10:01:52Z</dcterms:modified>
</cp:coreProperties>
</file>